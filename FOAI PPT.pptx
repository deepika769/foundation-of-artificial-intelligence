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9" r:id="rId5"/>
    <p:sldId id="258" r:id="rId6"/>
    <p:sldId id="260" r:id="rId8"/>
    <p:sldId id="271" r:id="rId9"/>
    <p:sldId id="272" r:id="rId10"/>
    <p:sldId id="270" r:id="rId11"/>
  </p:sldIdLst>
  <p:sldSz cx="18288000" cy="10287000"/>
  <p:notesSz cx="6858000" cy="9144000"/>
  <p:embeddedFontLst>
    <p:embeddedFont>
      <p:font typeface="Times New Roman MT Bold" panose="02030802070405020303"/>
      <p:bold r:id="rId16"/>
    </p:embeddedFont>
    <p:embeddedFont>
      <p:font typeface="Montserrat" panose="00000500000000000000"/>
      <p:regular r:id="rId17"/>
      <p:bold r:id="rId18"/>
      <p:italic r:id="rId19"/>
      <p:boldItalic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Times New Roman MT Bold" panose="02030802070405020303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30617287" name="deepika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39" d="100"/>
          <a:sy n="39" d="100"/>
        </p:scale>
        <p:origin x="109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44000" y="591608"/>
            <a:ext cx="16200000" cy="1188000"/>
          </a:xfrm>
        </p:spPr>
        <p:txBody>
          <a:bodyPr/>
          <a:lstStyle>
            <a:lvl1pPr algn="ctr">
              <a:defRPr sz="4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419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19200" y="9063866"/>
            <a:ext cx="15849600" cy="4762"/>
            <a:chOff x="0" y="0"/>
            <a:chExt cx="15849600" cy="47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49600" cy="4826"/>
            </a:xfrm>
            <a:custGeom>
              <a:avLst/>
              <a:gdLst/>
              <a:ahLst/>
              <a:cxnLst/>
              <a:rect l="l" t="t" r="r" b="b"/>
              <a:pathLst>
                <a:path w="15849600" h="4826">
                  <a:moveTo>
                    <a:pt x="0" y="0"/>
                  </a:moveTo>
                  <a:lnTo>
                    <a:pt x="0" y="4826"/>
                  </a:lnTo>
                  <a:lnTo>
                    <a:pt x="15849600" y="4826"/>
                  </a:lnTo>
                  <a:lnTo>
                    <a:pt x="15849600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265234" y="2933868"/>
            <a:ext cx="16052997" cy="305591"/>
          </a:xfrm>
          <a:custGeom>
            <a:avLst/>
            <a:gdLst/>
            <a:ahLst/>
            <a:cxnLst/>
            <a:rect l="l" t="t" r="r" b="b"/>
            <a:pathLst>
              <a:path w="16052997" h="305591">
                <a:moveTo>
                  <a:pt x="0" y="0"/>
                </a:moveTo>
                <a:lnTo>
                  <a:pt x="16052997" y="0"/>
                </a:lnTo>
                <a:lnTo>
                  <a:pt x="16052997" y="305591"/>
                </a:lnTo>
                <a:lnTo>
                  <a:pt x="0" y="305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6" name="Freeform 6"/>
          <p:cNvSpPr/>
          <p:nvPr/>
        </p:nvSpPr>
        <p:spPr>
          <a:xfrm>
            <a:off x="16667236" y="96117"/>
            <a:ext cx="1500188" cy="1714500"/>
          </a:xfrm>
          <a:custGeom>
            <a:avLst/>
            <a:gdLst/>
            <a:ahLst/>
            <a:cxnLst/>
            <a:rect l="l" t="t" r="r" b="b"/>
            <a:pathLst>
              <a:path w="1500188" h="1714500">
                <a:moveTo>
                  <a:pt x="0" y="0"/>
                </a:moveTo>
                <a:lnTo>
                  <a:pt x="1500187" y="0"/>
                </a:lnTo>
                <a:lnTo>
                  <a:pt x="1500187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46"/>
            </a:stretch>
          </a:blipFill>
        </p:spPr>
      </p:sp>
      <p:sp>
        <p:nvSpPr>
          <p:cNvPr id="7" name="Freeform 7" descr="Index of /image"/>
          <p:cNvSpPr/>
          <p:nvPr/>
        </p:nvSpPr>
        <p:spPr>
          <a:xfrm>
            <a:off x="-152400" y="495532"/>
            <a:ext cx="5635180" cy="1820294"/>
          </a:xfrm>
          <a:custGeom>
            <a:avLst/>
            <a:gdLst/>
            <a:ahLst/>
            <a:cxnLst/>
            <a:rect l="l" t="t" r="r" b="b"/>
            <a:pathLst>
              <a:path w="5635180" h="1820294">
                <a:moveTo>
                  <a:pt x="0" y="0"/>
                </a:moveTo>
                <a:lnTo>
                  <a:pt x="5635180" y="0"/>
                </a:lnTo>
                <a:lnTo>
                  <a:pt x="5635180" y="1820294"/>
                </a:lnTo>
                <a:lnTo>
                  <a:pt x="0" y="182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33387" y="4305329"/>
            <a:ext cx="1415430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altLang="en-GB" sz="4800" b="1" cap="all" dirty="0">
                <a:solidFill>
                  <a:srgbClr val="7030A0"/>
                </a:solidFill>
                <a:uFillTx/>
                <a:latin typeface="Times New Roman MT Bold" panose="02030802070405020303" charset="0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NEON CYBER-GRID : PAYLOAD ESCORT</a:t>
            </a:r>
            <a:endParaRPr lang="en-US" altLang="en-GB" sz="4800" b="1" cap="all" dirty="0">
              <a:solidFill>
                <a:srgbClr val="7030A0"/>
              </a:solidFill>
              <a:uFillTx/>
              <a:latin typeface="Times New Roman MT Bold" panose="02030802070405020303" charset="0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24132" y="7716222"/>
            <a:ext cx="7672268" cy="1002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295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GUIDE:</a:t>
            </a:r>
            <a:endParaRPr lang="en-US" sz="3295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3910"/>
              </a:lnSpc>
            </a:pPr>
            <a:r>
              <a:rPr lang="en-US" altLang="en-GB" sz="3295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Dr.Deepa</a:t>
            </a:r>
            <a:endParaRPr lang="en-US" altLang="en-GB" sz="3295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268200" y="6667500"/>
            <a:ext cx="5363845" cy="19748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755"/>
              </a:lnSpc>
            </a:pPr>
            <a:r>
              <a:rPr lang="en-US" sz="3165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Done By,</a:t>
            </a:r>
            <a:endParaRPr lang="en-US" sz="3165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3755"/>
              </a:lnSpc>
            </a:pPr>
            <a:r>
              <a:rPr lang="en-US" sz="3165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Deepika Thennarasu (240701104)</a:t>
            </a:r>
            <a:endParaRPr lang="en-US" sz="3165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3755"/>
              </a:lnSpc>
            </a:pPr>
            <a:r>
              <a:rPr lang="en-US" altLang="en-GB" sz="3165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Deekshitha.KM (240701099)</a:t>
            </a:r>
            <a:endParaRPr lang="en-US" altLang="en-GB" sz="3165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98263" y="2323919"/>
            <a:ext cx="15168972" cy="74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885" b="1">
                <a:solidFill>
                  <a:srgbClr val="00206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DEPARTMENT OF COMPUTER SCIENCE AND ENGINEERING</a:t>
            </a:r>
            <a:endParaRPr lang="en-US" sz="3885" b="1">
              <a:solidFill>
                <a:srgbClr val="00206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19200" y="9255919"/>
            <a:ext cx="15849600" cy="4762"/>
            <a:chOff x="0" y="0"/>
            <a:chExt cx="15849600" cy="47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49600" cy="4826"/>
            </a:xfrm>
            <a:custGeom>
              <a:avLst/>
              <a:gdLst/>
              <a:ahLst/>
              <a:cxnLst/>
              <a:rect l="l" t="t" r="r" b="b"/>
              <a:pathLst>
                <a:path w="15849600" h="4826">
                  <a:moveTo>
                    <a:pt x="0" y="0"/>
                  </a:moveTo>
                  <a:lnTo>
                    <a:pt x="0" y="4826"/>
                  </a:lnTo>
                  <a:lnTo>
                    <a:pt x="15849600" y="4826"/>
                  </a:lnTo>
                  <a:lnTo>
                    <a:pt x="15849600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142838" y="1333506"/>
            <a:ext cx="16050797" cy="305591"/>
          </a:xfrm>
          <a:custGeom>
            <a:avLst/>
            <a:gdLst/>
            <a:ahLst/>
            <a:cxnLst/>
            <a:rect l="l" t="t" r="r" b="b"/>
            <a:pathLst>
              <a:path w="16050797" h="305591">
                <a:moveTo>
                  <a:pt x="0" y="0"/>
                </a:moveTo>
                <a:lnTo>
                  <a:pt x="16050797" y="0"/>
                </a:lnTo>
                <a:lnTo>
                  <a:pt x="16050797" y="305591"/>
                </a:lnTo>
                <a:lnTo>
                  <a:pt x="0" y="305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628765" y="370840"/>
            <a:ext cx="5143500" cy="11455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8760"/>
              </a:lnSpc>
            </a:pPr>
            <a:r>
              <a:rPr lang="en-US" sz="4800" b="1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INTRODUCTION</a:t>
            </a:r>
            <a:endParaRPr lang="en-US" sz="4800" b="1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10640" y="9377810"/>
            <a:ext cx="1425559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First Review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72062" y="9415910"/>
            <a:ext cx="4430611" cy="54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Department of Computer Science and Engineering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31923" y="9377810"/>
            <a:ext cx="148238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2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88925" y="1334135"/>
            <a:ext cx="16170275" cy="718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 sz="3600"/>
          </a:p>
          <a:p>
            <a:pPr algn="just"/>
            <a:r>
              <a:rPr lang="en-US" altLang="en-GB" sz="3600"/>
              <a:t>          Neon Cyber-Grid: Payload Escort is an interactive artificial intelligence and pathfinding simulation that models data traversal through a hostile network environment. The project addresses the problem of safely routing data across untrusted networks while under active cyber threats by tasking the player with guiding a high-value payload from an origin node to an upload server. Using a turn-based system, the application balances dynamic pathfinding algorithms—specifically Uniform Cost Search (UCS) and A* Search—against an adversarial "Grid Master" decision engine powered by alpha-beta pruning. The primary objective is to evaluate network node costs, evade ICE drones and firewalls, and successfully deliver the payload with its integrity remaining above 0%.</a:t>
            </a:r>
            <a:endParaRPr lang="en-US" altLang="en-GB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2057400" y="1339215"/>
            <a:ext cx="15530830" cy="7550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Core Game Loop Module (game.js): Handles game state, turn sequencing, and keyboard/click controls.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Pathfinding Module: Executes UCS and $A^*$ algorithms to calculate cost-optimal routes.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Grid Master AI Module: Drives hostile decision-making using $\alpha$-$\beta$ pruning. 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Canvas Rendering Module: Renders the network map, node types, and route paths.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Telemetry &amp; UI Module: Manages live health indicators, metric tracking, and event logs.</a:t>
            </a:r>
            <a:endParaRPr lang="en-US" altLang="en-GB" sz="3600"/>
          </a:p>
          <a:p>
            <a:pPr indent="0">
              <a:buFont typeface="Arial" panose="020B0604020202020204" pitchFamily="34" charset="0"/>
              <a:buNone/>
            </a:pPr>
            <a:endParaRPr lang="en-US" altLang="en-GB" sz="3600"/>
          </a:p>
          <a:p>
            <a:endParaRPr lang="en-US" altLang="en-GB" sz="3200"/>
          </a:p>
        </p:txBody>
      </p:sp>
      <p:sp>
        <p:nvSpPr>
          <p:cNvPr id="2" name="Freeform 2"/>
          <p:cNvSpPr/>
          <p:nvPr/>
        </p:nvSpPr>
        <p:spPr>
          <a:xfrm>
            <a:off x="1118601" y="-5334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19200" y="9255919"/>
            <a:ext cx="15849600" cy="4762"/>
            <a:chOff x="0" y="0"/>
            <a:chExt cx="15849600" cy="47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49600" cy="4826"/>
            </a:xfrm>
            <a:custGeom>
              <a:avLst/>
              <a:gdLst/>
              <a:ahLst/>
              <a:cxnLst/>
              <a:rect l="l" t="t" r="r" b="b"/>
              <a:pathLst>
                <a:path w="15849600" h="4826">
                  <a:moveTo>
                    <a:pt x="0" y="0"/>
                  </a:moveTo>
                  <a:lnTo>
                    <a:pt x="0" y="4826"/>
                  </a:lnTo>
                  <a:lnTo>
                    <a:pt x="15849600" y="4826"/>
                  </a:lnTo>
                  <a:lnTo>
                    <a:pt x="15849600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118870" y="800100"/>
            <a:ext cx="16050895" cy="334010"/>
          </a:xfrm>
          <a:custGeom>
            <a:avLst/>
            <a:gdLst/>
            <a:ahLst/>
            <a:cxnLst/>
            <a:rect l="l" t="t" r="r" b="b"/>
            <a:pathLst>
              <a:path w="16050797" h="305591">
                <a:moveTo>
                  <a:pt x="0" y="0"/>
                </a:moveTo>
                <a:lnTo>
                  <a:pt x="16050796" y="0"/>
                </a:lnTo>
                <a:lnTo>
                  <a:pt x="16050796" y="305591"/>
                </a:lnTo>
                <a:lnTo>
                  <a:pt x="0" y="3055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48400" y="-116205"/>
            <a:ext cx="7540625" cy="9296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760"/>
              </a:lnSpc>
            </a:pPr>
            <a:r>
              <a:rPr lang="en-US" sz="4800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MODULES INVOLVED</a:t>
            </a:r>
            <a:endParaRPr lang="en-US" sz="4800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10640" y="9377810"/>
            <a:ext cx="1425559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First Review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72062" y="9415910"/>
            <a:ext cx="4430611" cy="54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Department of Computer Science and Engineering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31923" y="9377810"/>
            <a:ext cx="148238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4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" y="-32899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1"/>
                </a:lnTo>
                <a:lnTo>
                  <a:pt x="0" y="1028700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 sz="2000">
              <a:solidFill>
                <a:srgbClr val="FF0000"/>
              </a:solidFill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19200" y="9255919"/>
            <a:ext cx="15849600" cy="4762"/>
            <a:chOff x="0" y="0"/>
            <a:chExt cx="15849600" cy="47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49600" cy="4826"/>
            </a:xfrm>
            <a:custGeom>
              <a:avLst/>
              <a:gdLst/>
              <a:ahLst/>
              <a:cxnLst/>
              <a:rect l="l" t="t" r="r" b="b"/>
              <a:pathLst>
                <a:path w="15849600" h="4826">
                  <a:moveTo>
                    <a:pt x="0" y="0"/>
                  </a:moveTo>
                  <a:lnTo>
                    <a:pt x="0" y="4826"/>
                  </a:lnTo>
                  <a:lnTo>
                    <a:pt x="15849600" y="4826"/>
                  </a:lnTo>
                  <a:lnTo>
                    <a:pt x="15849600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685532" y="737479"/>
            <a:ext cx="16050797" cy="305591"/>
          </a:xfrm>
          <a:custGeom>
            <a:avLst/>
            <a:gdLst/>
            <a:ahLst/>
            <a:cxnLst/>
            <a:rect l="l" t="t" r="r" b="b"/>
            <a:pathLst>
              <a:path w="16050797" h="305591">
                <a:moveTo>
                  <a:pt x="0" y="0"/>
                </a:moveTo>
                <a:lnTo>
                  <a:pt x="16050796" y="0"/>
                </a:lnTo>
                <a:lnTo>
                  <a:pt x="16050796" y="305590"/>
                </a:lnTo>
                <a:lnTo>
                  <a:pt x="0" y="30559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8835" y="-137795"/>
            <a:ext cx="15896590" cy="937895"/>
          </a:xfrm>
          <a:prstGeom prst="rect">
            <a:avLst/>
          </a:prstGeom>
        </p:spPr>
        <p:txBody>
          <a:bodyPr lIns="0" tIns="0" rIns="0" bIns="0" rtlCol="0" anchor="ctr" anchorCtr="0">
            <a:noAutofit/>
          </a:bodyPr>
          <a:lstStyle/>
          <a:p>
            <a:pPr algn="ctr">
              <a:lnSpc>
                <a:spcPts val="8940"/>
              </a:lnSpc>
            </a:pPr>
            <a:r>
              <a:rPr lang="en-US" sz="4800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DATABASE DESIGN</a:t>
            </a:r>
            <a:endParaRPr lang="en-US" sz="4800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10640" y="9215885"/>
            <a:ext cx="1425559" cy="475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First Review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345005" y="9215885"/>
            <a:ext cx="81972" cy="475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31923" y="9215885"/>
            <a:ext cx="148238" cy="475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3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72062" y="9415910"/>
            <a:ext cx="4430611" cy="54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Department of Computer Science and Engineering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38200" y="1181100"/>
            <a:ext cx="14957425" cy="7747000"/>
          </a:xfrm>
          <a:prstGeom prst="rect">
            <a:avLst/>
          </a:prstGeom>
          <a:noFill/>
          <a:ln w="6350">
            <a:noFill/>
            <a:prstDash val="solid"/>
            <a:bevel/>
          </a:ln>
        </p:spPr>
        <p:txBody>
          <a:bodyPr wrap="square" rtlCol="0"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In-Memory Client Data Model: Managed dynamically via JavaScript ES6 objects/JSON instead of a SQL database.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Node Entity: Stores node id, x/y coordinates, type (Optic, Standard, Encrypted, Firewall), and traversal cost (1, 3, 8, infty).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Payload Entity: Tracks integrity (0%-100%), current position, origin/destination, and total accumulated route cost.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AI State Entity: Stores search depth, evaluation score, and last action for alpha-beta pruning.</a:t>
            </a:r>
            <a:endParaRPr lang="en-US" altLang="en-GB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19200" y="9255919"/>
            <a:ext cx="15849600" cy="4762"/>
            <a:chOff x="0" y="0"/>
            <a:chExt cx="15849600" cy="47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49600" cy="4826"/>
            </a:xfrm>
            <a:custGeom>
              <a:avLst/>
              <a:gdLst/>
              <a:ahLst/>
              <a:cxnLst/>
              <a:rect l="l" t="t" r="r" b="b"/>
              <a:pathLst>
                <a:path w="15849600" h="4826">
                  <a:moveTo>
                    <a:pt x="0" y="0"/>
                  </a:moveTo>
                  <a:lnTo>
                    <a:pt x="0" y="4826"/>
                  </a:lnTo>
                  <a:lnTo>
                    <a:pt x="15849600" y="4826"/>
                  </a:lnTo>
                  <a:lnTo>
                    <a:pt x="15849600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487805" y="723900"/>
            <a:ext cx="16130270" cy="285750"/>
          </a:xfrm>
          <a:custGeom>
            <a:avLst/>
            <a:gdLst/>
            <a:ahLst/>
            <a:cxnLst/>
            <a:rect l="l" t="t" r="r" b="b"/>
            <a:pathLst>
              <a:path w="16050797" h="305591">
                <a:moveTo>
                  <a:pt x="0" y="0"/>
                </a:moveTo>
                <a:lnTo>
                  <a:pt x="16050797" y="0"/>
                </a:lnTo>
                <a:lnTo>
                  <a:pt x="16050797" y="305590"/>
                </a:lnTo>
                <a:lnTo>
                  <a:pt x="0" y="30559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66545" y="17145"/>
            <a:ext cx="16050895" cy="6858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6720"/>
              </a:lnSpc>
            </a:pPr>
            <a:r>
              <a:rPr lang="en-US" sz="4800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FRONT END &amp; BACK END</a:t>
            </a:r>
            <a:endParaRPr lang="en-US" sz="4800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10640" y="9377810"/>
            <a:ext cx="1425559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First Review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72062" y="9415910"/>
            <a:ext cx="4430611" cy="54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Department of Computer Science and Engineering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31923" y="9377810"/>
            <a:ext cx="148238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19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5</a:t>
            </a:r>
            <a:endParaRPr lang="en-US" sz="1800" spc="-19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566545" y="1257300"/>
            <a:ext cx="15204440" cy="7657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600"/>
              <a:t>Front-End</a:t>
            </a:r>
            <a:endParaRPr lang="en-US" altLang="en-GB" sz="3600"/>
          </a:p>
          <a:p>
            <a:pPr>
              <a:lnSpc>
                <a:spcPct val="50000"/>
              </a:lnSpc>
            </a:pP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HTML5: Web structure for controls, telemetry sidebar, and canvas element.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CSS3: Cyberpunk styling, neon visual accents, and dynamic status bars.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HTML5 Canvas: Real-time rendering of the network grid, route paths, and nodes.</a:t>
            </a:r>
            <a:endParaRPr lang="en-US" altLang="en-GB" sz="3600"/>
          </a:p>
          <a:p>
            <a:pPr indent="0">
              <a:buNone/>
            </a:pPr>
            <a:endParaRPr lang="en-US" altLang="en-GB" sz="3600"/>
          </a:p>
          <a:p>
            <a:pPr indent="0">
              <a:buNone/>
            </a:pPr>
            <a:r>
              <a:rPr lang="en-US" altLang="en-GB" sz="3600"/>
              <a:t>Back-End (Client-Side Logic)</a:t>
            </a:r>
            <a:endParaRPr lang="en-US" altLang="en-GB" sz="3600"/>
          </a:p>
          <a:p>
            <a:pPr indent="0">
              <a:lnSpc>
                <a:spcPct val="50000"/>
              </a:lnSpc>
              <a:buNone/>
            </a:pP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JavaScript (ES6 Modules): Core game loop and state management (game.js).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Pathfinding Engine: Runs UCS and A* for cost-optimal route planning. 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GB" sz="3600"/>
              <a:t>AI Decision Engine: Executes alpha-beta pruning for hostile move calculations.</a:t>
            </a:r>
            <a:endParaRPr lang="en-US" altLang="en-GB" sz="36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GB" sz="3600"/>
          </a:p>
          <a:p>
            <a:r>
              <a:rPr lang="en-US" altLang="en-GB" sz="3600"/>
              <a:t>                  </a:t>
            </a:r>
            <a:endParaRPr lang="en-US" altLang="en-GB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5410" y="1875155"/>
            <a:ext cx="10456545" cy="76815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0" y="0"/>
            <a:ext cx="1828863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</a:pPr>
            <a:r>
              <a:rPr lang="en-US" sz="4800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ER DIAGRAM</a:t>
            </a:r>
            <a:endParaRPr lang="en-US" sz="4800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ctr"/>
            <a:endParaRPr lang="en-US" altLang="en-US" sz="4800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9" name="Freeform 5"/>
          <p:cNvSpPr/>
          <p:nvPr/>
        </p:nvSpPr>
        <p:spPr>
          <a:xfrm>
            <a:off x="685532" y="737479"/>
            <a:ext cx="16050797" cy="305591"/>
          </a:xfrm>
          <a:custGeom>
            <a:avLst/>
            <a:gdLst/>
            <a:ahLst/>
            <a:cxnLst/>
            <a:rect l="l" t="t" r="r" b="b"/>
            <a:pathLst>
              <a:path w="16050797" h="305591">
                <a:moveTo>
                  <a:pt x="0" y="0"/>
                </a:moveTo>
                <a:lnTo>
                  <a:pt x="16050796" y="0"/>
                </a:lnTo>
                <a:lnTo>
                  <a:pt x="16050796" y="305590"/>
                </a:lnTo>
                <a:lnTo>
                  <a:pt x="0" y="305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Freeform 5"/>
          <p:cNvSpPr/>
          <p:nvPr/>
        </p:nvSpPr>
        <p:spPr>
          <a:xfrm>
            <a:off x="685532" y="737479"/>
            <a:ext cx="16050797" cy="305591"/>
          </a:xfrm>
          <a:custGeom>
            <a:avLst/>
            <a:gdLst/>
            <a:ahLst/>
            <a:cxnLst/>
            <a:rect l="l" t="t" r="r" b="b"/>
            <a:pathLst>
              <a:path w="16050797" h="305591">
                <a:moveTo>
                  <a:pt x="0" y="0"/>
                </a:moveTo>
                <a:lnTo>
                  <a:pt x="16050796" y="0"/>
                </a:lnTo>
                <a:lnTo>
                  <a:pt x="16050796" y="305590"/>
                </a:lnTo>
                <a:lnTo>
                  <a:pt x="0" y="30559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 Box 1"/>
          <p:cNvSpPr txBox="1"/>
          <p:nvPr/>
        </p:nvSpPr>
        <p:spPr>
          <a:xfrm>
            <a:off x="685165" y="-190500"/>
            <a:ext cx="16051530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800" b="1" dirty="0">
                <a:solidFill>
                  <a:srgbClr val="FF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ARCHITECTURE DIAGRAM</a:t>
            </a:r>
            <a:endParaRPr lang="en-US" altLang="en-US" sz="4800" b="1" dirty="0">
              <a:solidFill>
                <a:srgbClr val="FF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715" y="1350010"/>
            <a:ext cx="11926570" cy="8594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342005" y="4594860"/>
            <a:ext cx="10770870" cy="2736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9600"/>
              <a:t>THANK YOU</a:t>
            </a:r>
            <a:endParaRPr lang="en-US" altLang="en-GB" sz="9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2644</Words>
  <Application>WPS Presentation</Application>
  <PresentationFormat>Custom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Times New Roman MT Bold</vt:lpstr>
      <vt:lpstr>Montserrat</vt:lpstr>
      <vt:lpstr>Microsoft YaHei</vt:lpstr>
      <vt:lpstr>Arial Unicode MS</vt:lpstr>
      <vt:lpstr>Calibri</vt:lpstr>
      <vt:lpstr>Times New Roman MT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Review - PPT Template.pptx_20250911_100338_0000.pdf</dc:title>
  <dc:creator>R Bhuvaneswari</dc:creator>
  <cp:lastModifiedBy>deepika</cp:lastModifiedBy>
  <cp:revision>13</cp:revision>
  <dcterms:created xsi:type="dcterms:W3CDTF">2006-08-16T00:00:00Z</dcterms:created>
  <dcterms:modified xsi:type="dcterms:W3CDTF">2026-10-12T06:51:32Z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06926207DF744E5F99920E76801E0919_13</vt:lpwstr>
  </property>
  <property fmtid="{D5CDD505-2E9C-101B-9397-08002B2CF9AE}" pid="3" name="KSOProductBuildVer">
    <vt:lpwstr>2057-12.2.0.23206</vt:lpwstr>
  </property>
</Properties>
</file>